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75F5C"/>
                </a:solidFill>
              </a:rPr>
              <a:t>Tank Inspection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2625E"/>
                </a:solidFill>
              </a:rPr>
              <a:t>Screen-by-Screen Validation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2625E"/>
                </a:solidFill>
              </a:rPr>
              <a:t>29 screens  · 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3840480"/>
            <a:ext cx="5212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395020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75F5C"/>
                </a:solidFill>
              </a:rPr>
              <a:t>Screen status key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4297680"/>
            <a:ext cx="82296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315968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</a:rPr>
              <a:t>Screen designed and built this project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4709160"/>
            <a:ext cx="822960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UPDATED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727448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</a:rPr>
              <a:t>Existing screen enhanced with new functionality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50292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2625E"/>
                </a:solidFill>
              </a:rPr>
              <a:t>(no badge) — existing screen, unchanged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D6CE"/>
                </a:solidFill>
              </a:rPr>
              <a:t>Screen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03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F3EE"/>
                </a:solidFill>
              </a:rPr>
              <a:t>Landing screen — entry point for all inspection 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309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A09C"/>
                </a:solidFill>
              </a:rPr>
              <a:t>01 / 29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0"/>
            <a:ext cx="8897112" cy="68580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274320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5486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Gives the inspector a one-glance summary of the active draft and quick-start buttons.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827532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KEY ELEMENTS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11018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Inspection header — site, tank ID, inspection type badge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3350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Open draft metrics — Tank ID · Defect count · Surfaces completed /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56819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Start New Inspection button → Inspection Setup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180136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Resume Draft Inspection → Tank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0345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View Past Inspections (placeholder)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2313432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DESIGN INTENT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25877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No authentication required for field use. Session auto-persisted to localStorage.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D6CE"/>
                </a:solidFill>
              </a:rPr>
              <a:t>Screen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Inspection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03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F3EE"/>
                </a:solidFill>
              </a:rPr>
              <a:t>Define field context before capture begins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309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A09C"/>
                </a:solidFill>
              </a:rPr>
              <a:t>02 / 29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0"/>
            <a:ext cx="8897112" cy="68580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274320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5486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Captures the session metadata that stamps every defect record.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827532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11018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Site — free text (e.g. SLNG Terminal)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3350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Client — optional free 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56819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Tank ID — e.g. TK-201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180136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Inspection type — Routine / External / Internal / Special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080260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BEHAVIOUR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35458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Inspector name and date auto-filled from device context.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25877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Continue → Tank Profile. Save Draft → Home.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D6CE"/>
                </a:solidFill>
              </a:rPr>
              <a:t>Screen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Tank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03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F3EE"/>
                </a:solidFill>
              </a:rPr>
              <a:t>Physical dimensions and design standard — tank-level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309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A09C"/>
                </a:solidFill>
              </a:rPr>
              <a:t>03 / 29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0"/>
            <a:ext cx="8897112" cy="68580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274320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5486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Records the tank's design basis. Used as reference for all geometry calculations downstream.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827532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SECTIONS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11018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Design standard — API 650 / API 653 / Other (three-button toggle)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3350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Dimensions — Diameter (m), Total height (m), Nominal capacity m³ (optional)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56819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Construction type — Roof type (5 options) and Foundation type (3 options)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1847088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API 650 VS API 653 NOTE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12140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API 650 = new construction standard. API 653 = in-service inspection standard.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35458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Select the code the tank was originally designed and built 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25877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Surface geometry (courses, plate width) is defined per-surface in dedicated Setup screens.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D6CE"/>
                </a:solidFill>
              </a:rPr>
              <a:t>Screen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Tank Orientation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03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F3EE"/>
                </a:solidFill>
              </a:rPr>
              <a:t>GPS location and azimuth reference — defines 0° for all shell locations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309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A09C"/>
                </a:solidFill>
              </a:rPr>
              <a:t>04 / 29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0"/>
            <a:ext cx="8897112" cy="68580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274320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5486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Establishes the coordinate origin for shell azimuth measurements.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827532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GPS SECTION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11018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Latitude / Longitude entry (decimal degrees)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3350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Use Device GPS button — one-tap capture with status feedback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1613916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AZIMUTH REFERENCE 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188823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True North — 0° fixed to geographic north, no physical marker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12140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Physical Marker — inspector identifies a fixed feature on the shell as the 0° anchor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354580"/>
            <a:ext cx="8046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i="1">
                <a:solidFill>
                  <a:srgbClr val="52625E"/>
                </a:solidFill>
              </a:rPr>
              <a:t>  → Marker type (painted mark / Nozzle N1 / stairway / other)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2564892"/>
            <a:ext cx="8046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i="1">
                <a:solidFill>
                  <a:srgbClr val="52625E"/>
                </a:solidFill>
              </a:rPr>
              <a:t>  → Description field (how to find it on site)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2775204"/>
            <a:ext cx="8046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i="1">
                <a:solidFill>
                  <a:srgbClr val="52625E"/>
                </a:solidFill>
              </a:rPr>
              <a:t>  → Bearing from True North (°)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298551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Compass rose preview — green dot at 0° for True North; orange REF dot at bearing for Physical Marker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D6CE"/>
                </a:solidFill>
              </a:rPr>
              <a:t>Screen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Tank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03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F3EE"/>
                </a:solidFill>
              </a:rPr>
              <a:t>Surface selector — entry point for each inspectable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309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A09C"/>
                </a:solidFill>
              </a:rPr>
              <a:t>05 / 29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0"/>
            <a:ext cx="8897112" cy="68580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274320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5486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Central hub after setup. Inspector chooses which surface to inspect next.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827532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SURFACE CARDS (5 SURFACES)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11018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Bottom — Floor plate matrix and annular band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3350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Shell — Unwrapped cylinder, courses and plates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56819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Roof — Polar sector grid, apex to outer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180136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Annular ring — Circumferential band at shell junction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0345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Nozzle area — Clock-face map per nozzle / manway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2313432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STATUS BADGES PER CARD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25877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Setup required (amber) — geometry not yet defined, setup screen will appear 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28209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Tap to inspect — configured, no defects yet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305409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X defects — defects recorded but surface not complete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328726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Complete (teal) — surface marked done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D6CE"/>
                </a:solidFill>
              </a:rPr>
              <a:t>Screen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Shell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691640"/>
            <a:ext cx="96012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103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F3EE"/>
                </a:solidFill>
              </a:rPr>
              <a:t>Define shell course and plate geometry before inspection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A09C"/>
                </a:solidFill>
              </a:rPr>
              <a:t>06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0"/>
            <a:ext cx="8897112" cy="68580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274320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5486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Entered every time the inspector opens the Shell surface — pre-filled on revisit.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827532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TANK REFERENCE CARD (READ-ONLY)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1018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Shows diameter, height, and computed circumference for reference.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1380744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COURSE GEOMETRY INPUTS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165506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Number of shell courses — e.g.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188823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Standard plate width circumferential (mm) — API 650 minimum 1 800 mm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2167128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DERIVED LAYOUT (COMPUTED, NOT ENTERED)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244144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Standard course height = floor(total height mm ÷ courses)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267462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Top course height = remainder (shown amber if differs)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290779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Plates per course = floor(circumference ÷ plate width) + 1 closure plate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314096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Closure plate width = circumference − n × plate width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3419856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SEAM LAYOUT INPUTS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69417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Course 1 first vertical seam azimuth (°) — from drawing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392734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Seam offset rule — ½ plate (2-course repeat) / ⅓ plate (3-course repeat) / Custom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9312" y="416052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Generated course table — C1…Cn with z-range and seam origin per course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9312" y="439369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Convention: ½ plate = C1/C3/C5 align, C2/C4/C6 shift +½ plate span. NOT cumulative.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D6CE"/>
                </a:solidFill>
              </a:rPr>
              <a:t>Screen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Shell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691640"/>
            <a:ext cx="96012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103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F3EE"/>
                </a:solidFill>
              </a:rPr>
              <a:t>Unwrapped cylinder — tap to select plate 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A09C"/>
                </a:solidFill>
              </a:rPr>
              <a:t>07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0"/>
            <a:ext cx="8897112" cy="68580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274320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5486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Geometry-driven SVG of the full shell surface. Inspector taps a cell to record a defect location.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827532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AXES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1018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X-axis — azimuth 0°–360°. Tick labels at every 45°.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3350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Y-axis — courses C1 (bottom) to Cn (top). Each row labelled: course number, height (mm), seam origin (°).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1613916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VISUAL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188823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Per-course staggered vertical seam lines — shows the interlacing between adjacent courses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12140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Alternating row backgrounds (odd/even course shading)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235458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Dashed green reference line at 0° and at 360° wrap 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25877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Red defect dots at correct plate × course position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28209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Teal highlight on selected cell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305409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Zoom control — five steps (10/16/24/36/52 px per plate column)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3332988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TAP BEHAVIOUR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60730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Click → polar math → (plateIdx, courseNum) accounting for per-course seam offset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384048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Location summary shows: Course · Plate · Azimuth (°) · Elevation range (mm)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9312" y="40736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Coordinate system: canonical (θ_deg, z_mm); plate/course is derived label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D6CE"/>
                </a:solidFill>
              </a:rPr>
              <a:t>Screen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Roof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691640"/>
            <a:ext cx="96012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103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F3EE"/>
                </a:solidFill>
              </a:rPr>
              <a:t>Define roof polar sector grid before inspection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A09C"/>
                </a:solidFill>
              </a:rPr>
              <a:t>08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0"/>
            <a:ext cx="8897112" cy="68580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274320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5486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Entered every time the inspector opens the Roof surface — pre-filled on revisit.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827532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1018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Radial sectors — angular divisions. Typical: 8 for small tanks, 12–16 for large.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1335024"/>
            <a:ext cx="8046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i="1">
                <a:solidFill>
                  <a:srgbClr val="52625E"/>
                </a:solidFill>
              </a:rPr>
              <a:t>  Each sector = 360 ÷ sectors degrees. Auto-calculated and shown.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154533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Concentric rings — radial zones. Typical: 4–6 rings.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1778508"/>
            <a:ext cx="8046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i="1">
                <a:solidFill>
                  <a:srgbClr val="52625E"/>
                </a:solidFill>
              </a:rPr>
              <a:t>  Ring 1 = near apex (centre). Ring n = outer edge.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198882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Apex height above shell top (m) — optional, for cone/dome roofs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2267712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LIVE POLAR GRID PREVIEW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254203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SVG dartboard diagram updates as you change sector/ring counts.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277520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Shows sector count × ring count = total inspection zones.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300837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0° reference line at top (north), clockwise convention.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D6CE"/>
                </a:solidFill>
              </a:rPr>
              <a:t>Screen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Roof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691640"/>
            <a:ext cx="96012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103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F3EE"/>
                </a:solidFill>
              </a:rPr>
              <a:t>Polar sector × ring grid — tap to select zone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A09C"/>
                </a:solidFill>
              </a:rPr>
              <a:t>09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0"/>
            <a:ext cx="8897112" cy="68580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274320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5486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Top-down polar view of the roof. Inspector taps a sector-ring zone to record a defect.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827532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ADDRESS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1018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x = sectorIdx (1 .. sectorCount, starts at 0° clockwise)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3350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y = ringIdx (1 = apex/innermost, n = outer edge)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156819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Location summary shows: Sector S{x} · Ring R{y} · Azimuth range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847088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VISUAL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12140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SVG arc-path cells — each cell is a true pie-slice annular segment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235458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Alternating ring shading (light / lighter green bands)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25877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Azimuth labels at each sector boundary around the outside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28209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Bold 0° reference line at top, clockwise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305409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R1..Rn labels along the right side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28726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Red defect dots at cell midpoint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5204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Teal ring highlight on selected cell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D6CE"/>
                </a:solidFill>
              </a:rPr>
              <a:t>Screen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Annular Ring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691640"/>
            <a:ext cx="96012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103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F3EE"/>
                </a:solidFill>
              </a:rPr>
              <a:t>Define annular ring width before inspection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A09C"/>
                </a:solidFill>
              </a:rPr>
              <a:t>10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0"/>
            <a:ext cx="8897112" cy="68580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274320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5486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Entered every time the inspector opens the Annular surface — pre-filled on revisit.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827532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1018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Annular ring width (mm) — inward from shell wall. API 650 §5.5 minimum 600 mm for ≥30 m tanks.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3350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Tank reference — diameter and outer circumference shown from Tank Profile.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1613916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TOP-VIEW DIAGRAM (STATIC PREVIEW)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188823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Circular SVG showing tank floor (inner), annular band (teal), shell wall (outer).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12140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0°/90°/180°/270° azimuth labels. 0° reference tick at top.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235458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Annular width label shown on the diagram.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2633472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CONVENTION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290779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Annular ring is inspected as a top-down circular band, NOT an unwrapped strip.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314096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36 × 10° zones for defect addressing.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D6CE"/>
                </a:solidFill>
              </a:rPr>
              <a:t>Screen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Annular Ring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691640"/>
            <a:ext cx="96012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103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F3EE"/>
                </a:solidFill>
              </a:rPr>
              <a:t>Top-view circular band — 36 × 10° tappable zones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A09C"/>
                </a:solidFill>
              </a:rPr>
              <a:t>11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0"/>
            <a:ext cx="8897112" cy="68580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274320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5486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Interactive top-down view of the annular band. Inspector taps a 10° zone to record a defect.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827532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ADDRESS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1018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x = azimuth zone index (1 .. 36, zone 1 = 0°–10°, zone 36 = 350°–360°)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3350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y = 1 (single band — no radial subdivision)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156819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Location summary shows: Zone number · Azimuth range (°)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847088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VISUAL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12140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36 arc-path segments forming the complete 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235458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Alternating green shading between adjacent zones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25877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Tank floor shown as non-interactive inner circle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28209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Shell wall shown as thick outer 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305409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0°/90°/180°/270° azimuth labels. 0° reference tick at top.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28726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Annular width (mm) label from config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5204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Red defect dots at zone midpoint. Teal fill on selected zone.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375361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Tap outside the band → no selection (inner floor and outer shell are non-tappable)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D6CE"/>
                </a:solidFill>
              </a:rPr>
              <a:t>Screen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Nozzle Registry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691640"/>
            <a:ext cx="96012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103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F3EE"/>
                </a:solidFill>
              </a:rPr>
              <a:t>Register all nozzles and manways before inspection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A09C"/>
                </a:solidFill>
              </a:rPr>
              <a:t>12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0"/>
            <a:ext cx="8897112" cy="68580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274320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5486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One-time setup (or edit) of the nozzle inventory for the tank.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827532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PER-NOZZLE FIELDS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1018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ID — e.g. N1, N2, M1 (manway)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3350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Type — inlet / outlet / vent / drain / manway / instrument / other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156819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Azimuth (°) — circumferential position on shell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180136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Elevation from datum (mm) — height from tank 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0345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Nominal bore diameter (mm)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226771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Description — optional free text (how to find it on site)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2546604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LIST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28209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Nozzles displayed as compact rows sorted by ID.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305409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+ Add button opens inline form. Remove button per row.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28726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Continue enabled only when at least one nozzle is registered.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D6CE"/>
                </a:solidFill>
              </a:rPr>
              <a:t>Screen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Nozzle 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691640"/>
            <a:ext cx="96012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103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F3EE"/>
                </a:solidFill>
              </a:rPr>
              <a:t>Select a nozzle to inspect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A09C"/>
                </a:solidFill>
              </a:rPr>
              <a:t>13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0"/>
            <a:ext cx="8897112" cy="68580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274320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5486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Shows all registered nozzles. Inspector taps one to open its clock-face inspection map.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827532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CARD PER NOZZLE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1018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Shows: ID · type · azimuth · elevation · bore diameter · description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3350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Status badge — defect count (red) or 'Not started'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1613916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NAVIGATION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188823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Tap a nozzle → sets selectedNozzle state → opens Nozzle Clock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12140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Edit Nozzle Registry button → returns to Nozzle Registry to add/remove nozzles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235458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Back to Overview → Tank Overview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D6CE"/>
                </a:solidFill>
              </a:rPr>
              <a:t>Screen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Nozzle Clock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691640"/>
            <a:ext cx="96012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103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F3EE"/>
                </a:solidFill>
              </a:rPr>
              <a:t>Clock-face inspection zone per nozzle — 12 positions × 3 rings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A09C"/>
                </a:solidFill>
              </a:rPr>
              <a:t>14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0"/>
            <a:ext cx="8897112" cy="68580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274320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5486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Per-nozzle top-down view centred on the nozzle CL. Inspector taps a clock position + ring to locate a defect.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827532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ADDRESS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1018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x = clock position (1 = 12 o'clock, 2 = 1 o'clock … 12 = 11 o'clock)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3350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y = ring index (1 = 0–50 mm, 2 = 50–100 mm, 3 = 100–150 mm from nozzle CL)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156819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Location summary shows: Nozzle ID · Clock position · Distance 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847088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VISUAL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12140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SVG arc-path cells — 12 sectors × 3 rings = 36 inspection cells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235458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Nozzle header bar — ID, type, azimuth, bore diameter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25877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12 o'clock = top, bold reference line. Clockwise. Clock labels around outside.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28209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Ring radius labels in mm (50 / 100 / 150)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305409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Nozzle bore shown as dashed inner circle (diameter to scale)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28726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Red defect dots. Per-nozzle defect filtering (plateId === nozzle.id).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3566160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INSPECTION ZONE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384048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150 mm radius from nozzle CL — per API 653 nozzle inspection convention.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D6CE"/>
                </a:solidFill>
              </a:rPr>
              <a:t>Screen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Location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03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F3EE"/>
                </a:solidFill>
              </a:rPr>
              <a:t>Choose how to specify the defect location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309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A09C"/>
                </a:solidFill>
              </a:rPr>
              <a:t>15 / 29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0"/>
            <a:ext cx="8897112" cy="68580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274320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5486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Lets the inspector pick the most convenient location entry method for current conditions.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827532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THREE MODES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11018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Tap on Grid Map (Recommended) — tap the surface map directly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3350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Manual X,Y Entry — type partition numbers; useful when reading from a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56819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Plate ID Entry — search a plate number from the drawing register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1847088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12140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For Shell, Roof, Annular and Nozzle surfaces the dedicated map is the primary method.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35458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Manual and Plate ID are available as fallbacks for any surface.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D6CE"/>
                </a:solidFill>
              </a:rPr>
              <a:t>Screen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Manual Entry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03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F3EE"/>
                </a:solidFill>
              </a:rPr>
              <a:t>Type X, Y partition coordinates directly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309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A09C"/>
                </a:solidFill>
              </a:rPr>
              <a:t>16 / 29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0"/>
            <a:ext cx="8897112" cy="68580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274320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5486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Fallback entry for situations where map interaction is impractical (e.g. limited screen space, working from paper checklist).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827532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11018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X partition — column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3350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Y partition — row number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56819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Live validation — shows green 'Valid partition' or red 'Outside inspectable surface'.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1847088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12140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Preview on Map — navigates to the map screen with the typed coordinates highlighted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35458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Confirm Location — proceeds to Location Confirmation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D6CE"/>
                </a:solidFill>
              </a:rPr>
              <a:t>Screen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Plate ID Picker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03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F3EE"/>
                </a:solidFill>
              </a:rPr>
              <a:t>Search and select a plate by its drawing 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309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A09C"/>
                </a:solidFill>
              </a:rPr>
              <a:t>17 / 29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0"/>
            <a:ext cx="8897112" cy="68580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274320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5486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Allows inspectors working from a plate register drawing to locate defects by plate label.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827532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11018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Search field — filters plate list by ID prefix as you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3350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Plate cards — Plate ID · subzone description · grid coordinates badge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56819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Show on Map — opens the map with the selected plate highlighted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1847088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NOTE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12140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Currently pre-populated with sample plate data. In production, loaded from the tank drawing register.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D6CE"/>
                </a:solidFill>
              </a:rPr>
              <a:t>Screen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Location Confirmation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03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F3EE"/>
                </a:solidFill>
              </a:rPr>
              <a:t>Review and lock the defect location before typing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309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A09C"/>
                </a:solidFill>
              </a:rPr>
              <a:t>18 / 29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0"/>
            <a:ext cx="8897112" cy="68580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274320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5486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Prevents accidental mislocations. Inspector reviews the location summary and the map highlight before committing.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827532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LOCATION SUMMARY 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11018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Shell — Course · Plate · Azimuth (°) · Elevation range (mm)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3350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Roof — Sector · Ring · Azimuth 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56819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Annular — Zone number · Azimuth 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180136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Nozzle — Nozzle ID · Clock position · Distance 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0345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Other — X · Y · Grid ID · Plate 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2313432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MAP MINI-VIEW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25877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Same map component as the selection screen (Shell / Roof / Annular / Nozzle / Grid), read-only, selected cell highlighted.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2866644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314096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Use This Location → Defect Type screen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337413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Edit Location → returns to the appropriate location entry screen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D6CE"/>
                </a:solidFill>
              </a:rPr>
              <a:t>Screen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Defect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03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F3EE"/>
                </a:solidFill>
              </a:rPr>
              <a:t>Choose the defect 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309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A09C"/>
                </a:solidFill>
              </a:rPr>
              <a:t>19 / 29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0"/>
            <a:ext cx="8897112" cy="68580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274320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5486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First classification step. Sets the defect type which drives which measurement fields appear.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827532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OPTIONS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11018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Corrosion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3350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Crack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56819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Deformation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180136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Coating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0345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Leakage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26771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Weld Defect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250088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Patch / Repair Observation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273405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Other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D6CE"/>
                </a:solidFill>
              </a:rPr>
              <a:t>Screen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Defect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691640"/>
            <a:ext cx="118872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UPDATED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103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F3EE"/>
                </a:solidFill>
              </a:rPr>
              <a:t>Severity, extent, weld flag and description — weld seam selector added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A09C"/>
                </a:solidFill>
              </a:rPr>
              <a:t>20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0"/>
            <a:ext cx="8897112" cy="68580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274320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5486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Captures classification metadata for the defect.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827532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1018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Subtype — free text (e.g. 'pitting', 'general', 'inter-granular')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3350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Severity — Minor / Moderate / Severe (three-button toggle)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156819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Extent — single cell / multi-cell region / edge/annular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847088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NEW — AT A WELD SEAM? SELECTOR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12140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Shown for all surfaces. Options filtered by surface context: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2354580"/>
            <a:ext cx="8046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i="1">
                <a:solidFill>
                  <a:srgbClr val="52625E"/>
                </a:solidFill>
              </a:rPr>
              <a:t>  Shell / Bottom / Roof: Field (no weld) · Vertical seam (VS) · Horizontal seam (HS) · Nozzle toe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2564892"/>
            <a:ext cx="8046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i="1">
                <a:solidFill>
                  <a:srgbClr val="52625E"/>
                </a:solidFill>
              </a:rPr>
              <a:t>  Annular: Field · Annular seam · Nozzle toe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2775204"/>
            <a:ext cx="8046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i="1">
                <a:solidFill>
                  <a:srgbClr val="52625E"/>
                </a:solidFill>
              </a:rPr>
              <a:t>  Nozzle: Field · Nozzle toe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98551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Default = 'Field (no weld)' — no extra steps for standard plate defects.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21868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Rationale: weld location is derivable from plate address — no separate Weld surface needed.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45186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Description — free-text field notes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D6CE"/>
                </a:solidFill>
              </a:rPr>
              <a:t>Screen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Measurements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03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F3EE"/>
                </a:solidFill>
              </a:rPr>
              <a:t>Quantitative readings — fields driven by defect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309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A09C"/>
                </a:solidFill>
              </a:rPr>
              <a:t>21 / 29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0"/>
            <a:ext cx="8897112" cy="68580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274320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5486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Records the measurement data needed for API 653 fitness-for-service assessment.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827532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FIELDS SHOWN PER DEFECT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11018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Corrosion / General — UT thickness (mm) · Minimum thickness (mm) · Pit depth (mm)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3350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Crack — Crack length (mm) · Crack width (mm)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56819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Deformation — Deformation magnitude (mm)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180136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All types — Measurement method (free text, e.g. 'UT-A scan', 'caliper')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080260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VALIDATION WARNINGS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35458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Corrosion without UT or min thickness → soft amber warning (non-blocking)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25877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Crack without size → soft amber warning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28209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Deformation without magnitude → soft amber warning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D6CE"/>
                </a:solidFill>
              </a:rPr>
              <a:t>Screen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03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F3EE"/>
                </a:solidFill>
              </a:rPr>
              <a:t>Attach photos before saving the defect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309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A09C"/>
                </a:solidFill>
              </a:rPr>
              <a:t>22 / 29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0"/>
            <a:ext cx="8897112" cy="68580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274320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5486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At least one photo is required before saving. Enforces photographic evidence as mandatory.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827532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11018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Take Photo — invokes device camera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3350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Upload Photo — picks from device gallery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56819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Each evidence item shows a thumbnail placeholder, surface link, and Delete button.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180136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Save Defect disabled until: location + defect type + severity + ≥1 photo are all set.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080260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PHOTO METADATA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35458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Each EvidenceItem stores: type, URI, timestamp, GPS (optional), linkedSurface, linkedX, linkedY.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D6CE"/>
                </a:solidFill>
              </a:rPr>
              <a:t>Screen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Defect Saved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03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F3EE"/>
                </a:solidFill>
              </a:rPr>
              <a:t>Confirmation — record committed to local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309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A09C"/>
                </a:solidFill>
              </a:rPr>
              <a:t>23 / 29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0"/>
            <a:ext cx="8897112" cy="68580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274320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5486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Confirms the defect has been saved. Offers natural continuation paths.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827532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SUMMARY 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11018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Shows: defect type · severity · location grid ID · photo count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1380744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65506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Add Another Defect — keeps the same location, resets defect type; returns to Defect Type screen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188823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Return to Surface Map — navigates to the Saved Defect Map for the current surface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12140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Finish Surface — navigates to Surface Review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D6CE"/>
                </a:solidFill>
              </a:rPr>
              <a:t>Screen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Saved Defect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03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F3EE"/>
                </a:solidFill>
              </a:rPr>
              <a:t>Overview of all recorded defects on the current surface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309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A09C"/>
                </a:solidFill>
              </a:rPr>
              <a:t>24 / 29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0"/>
            <a:ext cx="8897112" cy="68580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274320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5486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Gives a spatial overview of all defects saved so far. Used both during and after defect capture.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827532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MAP COMPONENT — SAME AS LOCATION SELECTION, SURFACE-SPECIFIC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11018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Shell → ShellSurfaceMap with all defect dots plotted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3350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Roof → RoofPolarMap with defect dots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56819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Annular → AnnularTopView with defect zones highlighted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180136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Nozzle → NozzleClockMap for the selected nozzle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0345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Bottom → GridMap + MFL status card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2313432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25877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Add New Defect → Location Mode screen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28209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Finish Surface → Surface Review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D6CE"/>
                </a:solidFill>
              </a:rPr>
              <a:t>Screen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Surface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03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F3EE"/>
                </a:solidFill>
              </a:rPr>
              <a:t>Per-surface QA before marking 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309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A09C"/>
                </a:solidFill>
              </a:rPr>
              <a:t>25 / 29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0"/>
            <a:ext cx="8897112" cy="68580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274320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5486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Summarises the surface inspection and surfaces any blocking issues before the inspector marks it done.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827532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11018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Defect count · Photo count · Grid size · Status (In progress / Complete)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3350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MFL status card — shown for Bottom surface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1613916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VALIDATION WARNINGS (NON-BLOCKING)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188823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Defect missing photo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12140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Bottom surface — no MFL report and no manual observations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35458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No defects recorded (reminder, not a block)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25877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One or more defects missing subtype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2866644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314096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Go Back and Fix → Surface 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337413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Mark Surface Complete → Inspection Validation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D6CE"/>
                </a:solidFill>
              </a:rPr>
              <a:t>Screen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MFL Import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03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F3EE"/>
                </a:solidFill>
              </a:rPr>
              <a:t>Import Magnetic Flux Leakage contractor report — Bottom surface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309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A09C"/>
                </a:solidFill>
              </a:rPr>
              <a:t>26 / 29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0"/>
            <a:ext cx="8897112" cy="68580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274320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5486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Links the third-party MFL scan report to the inspection record. MFL is the standard method for tank bottom per API 653.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827532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11018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MFL contractor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3350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Report reference number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56819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Report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180136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Scan coverage — Full / Partial (with coverage note if partial)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0345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Total anomalies flagged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26771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Overall severity — Clean / Minor findings / Significant findings / Critical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250088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Notes — contractor observations, limitations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2779776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305409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Save MFL Report → Surface Map with MFL card shown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328726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Add Manual Observations → Location Mode (for topside manual defects)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5204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Skip — No MFL Data Yet → Surface Map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D6CE"/>
                </a:solidFill>
              </a:rPr>
              <a:t>Screen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Inspection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03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F3EE"/>
                </a:solidFill>
              </a:rPr>
              <a:t>Whole-inspection QA before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309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A09C"/>
                </a:solidFill>
              </a:rPr>
              <a:t>27 / 29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0"/>
            <a:ext cx="8897112" cy="68580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274320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5486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Final gate check across the entire inspection session. Submit button is blocked if any warnings exist.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827532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CHECKS PERFORMED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11018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Tank profile filled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3350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Tank orientation 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56819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Bottom surface 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180136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Shell surface 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0345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No defects with missing photos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26771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No defects with invalid coordinates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2546604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METRICS PANEL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28209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Required surfaces complete · Invalid coordinates · Photo requirement — each shows Ready or Needs review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3099816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337413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Fix Issues → Tank 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60730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Submit Inspection (enabled only when all checks pass) → Export &amp; Summary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D6CE"/>
                </a:solidFill>
              </a:rPr>
              <a:t>Screen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Export &amp;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03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F3EE"/>
                </a:solidFill>
              </a:rPr>
              <a:t>Executive summary and data export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309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A09C"/>
                </a:solidFill>
              </a:rPr>
              <a:t>28 / 29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0"/>
            <a:ext cx="8897112" cy="68580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274320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5486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Gives a final report-ready view of the session and provides download options.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827532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SUMMARY SECTIONS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11018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Inspection header — ID, Tank, Site, Type, Inspector, 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3350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Tank profile — Design code, Diameter, Height, Roof type, Shell courses and plate width (if configured)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56819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Orientation — GPS coordinates, Reference origin, Marker bearing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1801368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Findings — Surfaces done, Total photos, Minor / Moderate / Severe counts, Bottom MFL status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080260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EXPORT FORMATS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35458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Export JSON package — full session data (all defects, measurements, evidence links, configs)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25877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Export defect list (CSV) — spreadsheet-ready with columns: ID, Surface, GridID, PlateID, WeldLocation, DefectType, Subtype, Severity, Extent, Description, measurements, Photos, CreatedAt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2866644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314096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Confirm &amp; Submit Inspection → Submission Success screen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D6CE"/>
                </a:solidFill>
              </a:rPr>
              <a:t>Screen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Submission Success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03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F3EE"/>
                </a:solidFill>
              </a:rPr>
              <a:t>Inspection submitted — session queued for sync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309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A09C"/>
                </a:solidFill>
              </a:rPr>
              <a:t>29 / 29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0"/>
            <a:ext cx="8897112" cy="68580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274320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5486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Final confirmation that the dataset has been committed.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827532"/>
            <a:ext cx="8503920" cy="256032"/>
          </a:xfrm>
          <a:prstGeom prst="rect">
            <a:avLst/>
          </a:prstGeom>
          <a:solidFill>
            <a:srgbClr val="DC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75F5C"/>
                </a:solidFill>
              </a:rPr>
              <a:t> 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110185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View Defect Map — returns to Surface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33502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Start Another Inspection — resets session and goes to Inspection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568196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7201E"/>
                </a:solidFill>
              </a:rPr>
              <a:t>•  Return Home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