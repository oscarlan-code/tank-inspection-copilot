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General Tank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Capture only the layout-driving tank facts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Required identity and baseline geometry are separated from optional report details.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Units are visible at the field level so diameter, height, and plate inputs stay unambiguous.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Temporary layout assumptions can be corrected later during map setup.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2-general-tank-info-two-card-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045" y="621792"/>
            <a:ext cx="206306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Layout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Decide which tank surfaces need map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External roof, internal roof, shell, and floor can be selected independently.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The next layout tabs are generated from this scope, left to right.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This prevents users from configuring maps that are not part of the job.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ou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Layout Map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Configure parameters, preview the map, then approve.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The 0 degree reference is shared across roof, shell, and floor layouts.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Roof, shell, and floor setup are isolated in their own tabs, not mixed in one long form.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Approved maps become the source geometry for elements, UT, and findings.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oof-counts-preview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Element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Choose which approved maps need physical elements.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Maps without elements can skip placement but still continue into UT scope.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The screen mirrors the layout scope logic so the workflow stays predictable.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Element work is separated from plate/map generation for less field confusion.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test-flow-smoke-elemen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Element 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Place nozzles, manholes, stairs, and vents directly on the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Users drag the selected element icon onto the approved layout map.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Placed callouts use a point plus leader label so exact placement remains readable.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Double-tap edit mode supports moving or deleting placed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2-element-edit-placement-workspace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UT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Select approved maps that require UT survey.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Every approved layout can be included, even when no elements were placed.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The operator sees the UT survey surfaces without extra element/no-element noise.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The selected UT scope drives the measurement tabs in the next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2-u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UT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Tap any plate, lane/course region, or element to record readings.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Measurement cards appear near the selected target instead of forcing a new page.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Blank readings are allowed, supporting random UT points and “not measured” cases.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11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Completed targets are highlighted so inspectors can see measured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urrent-ut-card-vi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87C99"/>
                </a:solidFill>
                <a:latin typeface="Aptos"/>
              </a:defRPr>
            </a:pPr>
            <a:r>
              <a:t>Tank Inspection Copilot · Field Android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49808"/>
            <a:ext cx="777240" cy="411480"/>
          </a:xfrm>
          <a:prstGeom prst="roundRect">
            <a:avLst/>
          </a:prstGeom>
          <a:solidFill>
            <a:srgbClr val="E7EFFB"/>
          </a:solidFill>
          <a:ln w="12700">
            <a:solidFill>
              <a:srgbClr val="B9C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3774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4"/>
                </a:solidFill>
                <a:latin typeface="Aptos Display"/>
              </a:defRPr>
            </a:pPr>
            <a:r>
              <a:t>Linked UT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38528"/>
            <a:ext cx="6080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87C99"/>
                </a:solidFill>
                <a:latin typeface="Aptos"/>
              </a:defRPr>
            </a:pPr>
            <a:r>
              <a:t>Create field evidence directly from a selected UT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98932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50A0"/>
                </a:solidFill>
                <a:latin typeface="Aptos"/>
              </a:defRPr>
            </a:pPr>
            <a:r>
              <a:t>What this screen does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593592"/>
            <a:ext cx="109728" cy="109728"/>
          </a:xfrm>
          <a:prstGeom prst="ellipse">
            <a:avLst/>
          </a:prstGeom>
          <a:solidFill>
            <a:srgbClr val="E2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20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Findings stay linked to the region, plate, lane/course, or element being inspected.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215384"/>
            <a:ext cx="109728" cy="109728"/>
          </a:xfrm>
          <a:prstGeom prst="ellipse">
            <a:avLst/>
          </a:prstGeom>
          <a:solidFill>
            <a:srgbClr val="E2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Photo capture and import support multi-photo evidence for each finding.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E24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64024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1F2F46"/>
                </a:solidFill>
                <a:latin typeface="Aptos"/>
              </a:defRPr>
            </a:pPr>
            <a:r>
              <a:t>Quick degradation notes help standardize corrosion, pitting, and crack observations.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12064"/>
            <a:ext cx="3154680" cy="6327648"/>
          </a:xfrm>
          <a:prstGeom prst="roundRect">
            <a:avLst/>
          </a:prstGeom>
          <a:solidFill>
            <a:srgbClr val="D6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"/>
            <a:ext cx="3154680" cy="6327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nked-ut-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55" y="621792"/>
            <a:ext cx="2682849" cy="59618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845552" y="6291072"/>
            <a:ext cx="2724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87C99"/>
                </a:solidFill>
                <a:latin typeface="Aptos"/>
              </a:defRPr>
            </a:pPr>
            <a:r>
              <a:t>Live Android app 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